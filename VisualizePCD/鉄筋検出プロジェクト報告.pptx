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点群データとPointNetを用いた</a:t>
            </a:r>
          </a:p>
          <a:p>
            <a:r>
              <a:t>コンクリート壁面の鉄筋検出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データ準備からモデル訓練、後処理による精度向上までの試み</a:t>
            </a:r>
          </a:p>
          <a:p/>
          <a:p>
            <a:r>
              <a:t>発表者: (ご自身の名前)</a:t>
            </a:r>
          </a:p>
          <a:p>
            <a:r>
              <a:t>日付: 2025年6月12日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背景と目的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背景</a:t>
            </a:r>
          </a:p>
          <a:p>
            <a:pPr lvl="1"/>
            <a:r>
              <a:t>建設・土木業界における構造物の非破壊検査の重要性</a:t>
            </a:r>
          </a:p>
          <a:p>
            <a:pPr lvl="1"/>
            <a:r>
              <a:t>LiDAR等の3Dスキャナ技術の普及</a:t>
            </a:r>
          </a:p>
          <a:p>
            <a:r>
              <a:t>本研究の目的</a:t>
            </a:r>
          </a:p>
          <a:p>
            <a:pPr lvl="1"/>
            <a:r>
              <a:t>LiDARで取得した点群データから、PointNetを用いて鉄筋の位置を自動で検出するシステムを構築する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全体フロー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データ準備</a:t>
            </a:r>
          </a:p>
          <a:p>
            <a:r>
              <a:t>   (生データ → 作業範囲の切り出し → アノテーション)</a:t>
            </a:r>
          </a:p>
          <a:p>
            <a:pPr>
              <a:defRPr sz="2400"/>
            </a:pPr>
            <a:r>
              <a:t>↓</a:t>
            </a:r>
          </a:p>
          <a:p>
            <a:r>
              <a:t>2. モデル学習</a:t>
            </a:r>
            <a:br/>
            <a:r>
              <a:t>   (AIに「教科書」を学習させ、賢くする)</a:t>
            </a:r>
          </a:p>
          <a:p>
            <a:pPr>
              <a:defRPr sz="2400"/>
            </a:pPr>
            <a:r>
              <a:t>↓</a:t>
            </a:r>
          </a:p>
          <a:p>
            <a:r>
              <a:t>3. 推論と後処理</a:t>
            </a:r>
            <a:br/>
            <a:r>
              <a:t>   (学習済みAIで予測し、結果を補正)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手法① - データ準備とアノテーション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前処理</a:t>
            </a:r>
          </a:p>
          <a:p>
            <a:pPr lvl="1"/>
            <a:r>
              <a:t>巨大な生データから、分析対象の「作業範囲」を切り出し。</a:t>
            </a:r>
          </a:p>
          <a:p>
            <a:r>
              <a:t>対話的アノテーション</a:t>
            </a:r>
          </a:p>
          <a:p>
            <a:pPr lvl="1"/>
            <a:r>
              <a:t>ヘルパーツールでアノテーション範囲を対話的に指定。</a:t>
            </a:r>
          </a:p>
          <a:p>
            <a:pPr lvl="1"/>
            <a:r>
              <a:t>「鉄筋」「非鉄筋」のラベルを手作業で付与。</a:t>
            </a:r>
          </a:p>
          <a:p>
            <a:r>
              <a:t>学習データセット作成</a:t>
            </a:r>
          </a:p>
          <a:p>
            <a:pPr lvl="1"/>
            <a:r>
              <a:t>各点を中心とする「64点の近傍点群」をAIの教科書として作成。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手法② - 初期モデルの学習と課題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モデル：PointNet</a:t>
            </a:r>
          </a:p>
          <a:p>
            <a:pPr lvl="1"/>
            <a:r>
              <a:t>点の集合の幾何学的特徴を学習するのが得意なモデル。</a:t>
            </a:r>
          </a:p>
          <a:p>
            <a:r>
              <a:t>課題</a:t>
            </a:r>
          </a:p>
          <a:p>
            <a:pPr lvl="1"/>
            <a:r>
              <a:t>初期モデルでは、壁や床などを鉄筋として誤検出する問題が発生。</a:t>
            </a:r>
          </a:p>
          <a:p>
            <a:pPr lvl="1"/>
            <a:r>
              <a:t>→ アノテーションで教えていない未知の形状に混乱。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精度向上のためのアプローチ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試行1：後処理によるノイズ除去</a:t>
            </a:r>
          </a:p>
          <a:p>
            <a:pPr lvl="1"/>
            <a:r>
              <a:t>密度や塊の大きさでフィルタリングを試みたが、本物の鉄筋も除去してしまう限界があった。</a:t>
            </a:r>
          </a:p>
          <a:p>
            <a:r>
              <a:t>試行2：戦略的追加アノテーション（本命）</a:t>
            </a:r>
          </a:p>
          <a:p>
            <a:pPr lvl="1"/>
            <a:r>
              <a:t>誤検出箇所を「これも非鉄筋である」とAIに追加で教え込み、AIを再教育。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最終結果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結果</a:t>
            </a:r>
          </a:p>
          <a:p>
            <a:pPr lvl="1"/>
            <a:r>
              <a:t>追加学習と後処理の組み合わせにより、壁や床の誤検出を大幅に削減。</a:t>
            </a:r>
          </a:p>
          <a:p>
            <a:pPr lvl="1"/>
            <a:r>
              <a:t>鉄筋のみを精度良く抽出することに成功した。</a:t>
            </a:r>
          </a:p>
          <a:p>
            <a:r>
              <a:t>（ここに、Before/Afterの最終結果画像を貼り付け）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考察 - モデルの信頼度分析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予測スコアのプロット結果</a:t>
            </a:r>
          </a:p>
          <a:p>
            <a:pPr lvl="1"/>
            <a:r>
              <a:t>鉄筋（赤）と非鉄筋（青）のクラスターが明確に分離。</a:t>
            </a:r>
          </a:p>
          <a:p>
            <a:pPr lvl="1"/>
            <a:r>
              <a:t>AIが非常に高い確信度をもって分類できていることが確認された。</a:t>
            </a:r>
          </a:p>
          <a:p>
            <a:r>
              <a:t>（ここに、スコアプロットのグラフ画像を貼り付け）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まとめと今後の展望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まとめ</a:t>
            </a:r>
          </a:p>
          <a:p>
            <a:pPr lvl="1"/>
            <a:r>
              <a:t>反復的なアノテーション改善と後処理を組み合わせるハイブリッドなアプローチが有効であった。</a:t>
            </a:r>
          </a:p>
          <a:p>
            <a:r>
              <a:t>今後の展望</a:t>
            </a:r>
          </a:p>
          <a:p>
            <a:pPr lvl="1"/>
            <a:r>
              <a:t>鉄筋の直径や間隔などの定量的な情報の抽出。</a:t>
            </a:r>
          </a:p>
          <a:p>
            <a:pPr lvl="1"/>
            <a:r>
              <a:t>パイプラインの完全自動化。</a:t>
            </a:r>
          </a:p>
          <a:p>
            <a:pPr lvl="1"/>
            <a:r>
              <a:t>より高度なモデル（PointNet++など）の導入検討。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ご清聴ありがとうございました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質疑応答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